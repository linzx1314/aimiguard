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AI安全专家训练流程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5C5C"/>
                </a:solidFill>
              </a:defRPr>
            </a:pPr>
            <a:r>
              <a:t>基础模型：通义千问 Qwen3.5-9B（通用大模型）  →  经过专精化训练  →  网络安全AI专家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3D"/>
                </a:solidFill>
              </a:defRPr>
            </a:pPr>
            <a:r>
              <a:t>📊 数据准备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2286000" cy="91440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🔐</a:t>
            </a:r>
            <a:br/>
            <a:r>
              <a:t>漏洞库</a:t>
            </a:r>
            <a:br/>
            <a:r>
              <a:t>CVE/CNVD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57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783080"/>
            <a:ext cx="2286000" cy="914400"/>
          </a:xfrm>
          <a:prstGeom prst="round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103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📊</a:t>
            </a:r>
            <a:br/>
            <a:r>
              <a:t>实战日志</a:t>
            </a:r>
            <a:br/>
            <a:r>
              <a:t>Nmap/蜜罐记录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057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783080"/>
            <a:ext cx="22860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103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📚</a:t>
            </a:r>
            <a:br/>
            <a:r>
              <a:t>安全文档</a:t>
            </a:r>
            <a:br/>
            <a:r>
              <a:t>RFC/OWASP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783080"/>
            <a:ext cx="3017520" cy="9144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1031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✅</a:t>
            </a:r>
            <a:br/>
            <a:r>
              <a:t>高质量训练数据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3D"/>
                </a:solidFill>
              </a:defRPr>
            </a:pPr>
            <a:r>
              <a:t>⚙️ LoRA微调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3200400" cy="118872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🧠</a:t>
            </a:r>
            <a:br/>
            <a:r>
              <a:t>LoRA技术</a:t>
            </a:r>
            <a:br/>
            <a:r>
              <a:t>只更新0.1%参数</a:t>
            </a:r>
            <a:br/>
            <a:r>
              <a:t>保留原有能力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74903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337560"/>
            <a:ext cx="2743200" cy="1188720"/>
          </a:xfrm>
          <a:prstGeom prst="round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7947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💰</a:t>
            </a:r>
            <a:br/>
            <a:r>
              <a:t>低成本训练</a:t>
            </a:r>
            <a:br/>
            <a:r>
              <a:t>一块RTX 4090</a:t>
            </a:r>
            <a:br/>
            <a:r>
              <a:t>即可完成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4903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3337560"/>
            <a:ext cx="4206240" cy="1188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379476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🛡️</a:t>
            </a:r>
            <a:br/>
            <a:r>
              <a:t>专家能力</a:t>
            </a:r>
            <a:br/>
            <a:r>
              <a:t>威胁解读 / 漏洞分析</a:t>
            </a:r>
            <a:br/>
            <a:r>
              <a:t>应急响应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3D"/>
                </a:solidFill>
              </a:defRPr>
            </a:pPr>
            <a:r>
              <a:t>📦 量化压缩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74920"/>
            <a:ext cx="2011680" cy="100584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FP16</a:t>
            </a:r>
            <a:br/>
            <a:r>
              <a:t>18GB显存</a:t>
            </a:r>
            <a:br/>
            <a:r>
              <a:t>服务器级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53949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074920"/>
            <a:ext cx="2011680" cy="100584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4406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GPTQ</a:t>
            </a:r>
            <a:br/>
            <a:r>
              <a:t>量化压缩</a:t>
            </a:r>
            <a:br/>
            <a:r>
              <a:t>FP16→INT4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53949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94960" y="5074920"/>
            <a:ext cx="2011680" cy="1005840"/>
          </a:xfrm>
          <a:prstGeom prst="round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54406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INT4</a:t>
            </a:r>
            <a:br/>
            <a:r>
              <a:t>4~6GB显存</a:t>
            </a:r>
            <a:br/>
            <a:r>
              <a:t>游戏显卡跑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3949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5074920"/>
            <a:ext cx="3749039" cy="10058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544068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🚀</a:t>
            </a:r>
            <a:br/>
            <a:r>
              <a:t>网络安全AI专家</a:t>
            </a:r>
            <a:br/>
            <a:r>
              <a:t>轻量化 / 高效率 / 低成本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263640"/>
            <a:ext cx="11247120" cy="457200"/>
          </a:xfrm>
          <a:prstGeom prst="round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32764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部署至 AimiGuard AI对话模块 →  成为网络安全AI助手  →  赋能中小企业安全运营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AI安全专家能力展示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3D"/>
                </a:solidFill>
              </a:defRPr>
            </a:pPr>
            <a:r>
              <a:t>🎯 核心能力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520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520440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🚨 威胁解读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输入告警日志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识别攻击类型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判断处置方式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输出分析报告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325880"/>
            <a:ext cx="3520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325880"/>
            <a:ext cx="3520440" cy="73152"/>
          </a:xfrm>
          <a:prstGeom prst="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🔧 漏洞分析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输入CVE编号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解读漏洞原理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分析利用条件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给出修复建议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325880"/>
            <a:ext cx="35204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325880"/>
            <a:ext cx="352044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3D"/>
                </a:solidFill>
              </a:defRPr>
            </a:pPr>
            <a:r>
              <a:t>⚡ 应急响应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5C5C"/>
                </a:solidFill>
              </a:defRPr>
            </a:pPr>
            <a:r>
              <a:t>▸ 遇到安全事件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给出排查思路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提供处置步骤</a:t>
            </a:r>
          </a:p>
          <a:p>
            <a:pPr>
              <a:defRPr sz="1100">
                <a:solidFill>
                  <a:srgbClr val="5C5C5C"/>
                </a:solidFill>
              </a:defRPr>
            </a:pPr>
            <a:r>
              <a:t>▸ 辅助快速响应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3D"/>
                </a:solidFill>
              </a:defRPr>
            </a:pPr>
            <a:r>
              <a:t>🔗 与AI对话模块集成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11247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1828800" cy="82296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</a:t>
            </a:r>
            <a:br/>
            <a:r>
              <a:t>用户提问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251960"/>
            <a:ext cx="2286000" cy="822960"/>
          </a:xfrm>
          <a:prstGeom prst="round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526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💬</a:t>
            </a:r>
            <a:br/>
            <a:r>
              <a:t>AI对话模块</a:t>
            </a:r>
            <a:br/>
            <a:r>
              <a:t>智能交互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251960"/>
            <a:ext cx="228600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526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🛡️</a:t>
            </a:r>
            <a:br/>
            <a:r>
              <a:t>安全专家模型</a:t>
            </a:r>
            <a:br/>
            <a:r>
              <a:t>威胁分析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95F"/>
                </a:solidFill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4251960"/>
            <a:ext cx="2560320" cy="8229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4526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📋</a:t>
            </a:r>
            <a:br/>
            <a:r>
              <a:t>专业建议</a:t>
            </a:r>
            <a:br/>
            <a:r>
              <a:t>自动封禁/处置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94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3D"/>
                </a:solidFill>
              </a:defRPr>
            </a:pPr>
            <a:r>
              <a:t>✨ 核心优势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60720"/>
            <a:ext cx="2606040" cy="914400"/>
          </a:xfrm>
          <a:prstGeom prst="roundRect">
            <a:avLst/>
          </a:prstGeom>
          <a:solidFill>
            <a:srgbClr val="20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80759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🛡️ 不知疲倦</a:t>
            </a:r>
            <a:br/>
            <a:r>
              <a:t>7×24在线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4680" y="5760720"/>
            <a:ext cx="2606040" cy="914400"/>
          </a:xfrm>
          <a:prstGeom prst="roundRect">
            <a:avLst/>
          </a:prstGeom>
          <a:solidFill>
            <a:srgbClr val="00C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80" y="6080759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🎯 精准专业</a:t>
            </a:r>
            <a:br/>
            <a:r>
              <a:t>领域专家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5760720"/>
            <a:ext cx="260604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6080759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快速响应</a:t>
            </a:r>
            <a:br/>
            <a:r>
              <a:t>秒级分析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5760720"/>
            <a:ext cx="2606040" cy="9144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6080759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💰 成本低廉</a:t>
            </a:r>
            <a:br/>
            <a:r>
              <a:t>显卡即可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