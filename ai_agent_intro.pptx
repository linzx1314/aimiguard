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77724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AI智能体：让AI真正行动起来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11612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12880" cy="54864"/>
          </a:xfrm>
          <a:prstGeom prst="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097280"/>
            <a:ext cx="11338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3D"/>
                </a:solidFill>
              </a:defRPr>
            </a:pPr>
            <a:r>
              <a:t>🤖 AI智能体（Agent）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417320"/>
            <a:ext cx="113385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▸ 传统AI：只能对话，你问它答，被动响应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AI智能体：自主决策，调用工具，执行任务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核心能力：感知→决策→行动→反馈，持续循环直到完成任务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468880"/>
            <a:ext cx="5669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468880"/>
            <a:ext cx="566928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6060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3D"/>
                </a:solidFill>
              </a:defRPr>
            </a:pPr>
            <a:r>
              <a:t>💬 传统AI对话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26080"/>
            <a:ext cx="539496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▸ 用户提问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AI回答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结束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被动响应，等待指令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5669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468880"/>
            <a:ext cx="5669280" cy="54864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060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3D"/>
                </a:solidFill>
              </a:defRPr>
            </a:pPr>
            <a:r>
              <a:t>🛡️ AI智能体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26080"/>
            <a:ext cx="539496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▸ 用户下达目标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AI自主规划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调用工具执行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持续反馈优化直到完成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3D"/>
                </a:solidFill>
              </a:defRPr>
            </a:pPr>
            <a:r>
              <a:t>🔄 智能体工作循环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2468880" cy="1371600"/>
          </a:xfrm>
          <a:prstGeom prst="round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669279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🎯</a:t>
            </a:r>
            <a:br/>
            <a:r>
              <a:t>感知</a:t>
            </a:r>
            <a:br/>
            <a:r>
              <a:t>理解任务</a:t>
            </a:r>
            <a:br/>
            <a:r>
              <a:t>分析目标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56692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C95F"/>
                </a:solidFill>
              </a:defRPr>
            </a:pPr>
            <a:r>
              <a:t>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5120640"/>
            <a:ext cx="2468880" cy="1371600"/>
          </a:xfrm>
          <a:prstGeom prst="round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5669279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🧠</a:t>
            </a:r>
            <a:br/>
            <a:r>
              <a:t>决策</a:t>
            </a:r>
            <a:br/>
            <a:r>
              <a:t>规划步骤</a:t>
            </a:r>
            <a:br/>
            <a:r>
              <a:t>选择工具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56692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C95F"/>
                </a:solidFill>
              </a:defRPr>
            </a:pPr>
            <a:r>
              <a:t>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5120640"/>
            <a:ext cx="2468880" cy="1371600"/>
          </a:xfrm>
          <a:prstGeom prst="round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5669279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</a:t>
            </a:r>
            <a:br/>
            <a:r>
              <a:t>执行</a:t>
            </a:r>
            <a:br/>
            <a:r>
              <a:t>调用工具</a:t>
            </a:r>
            <a:br/>
            <a:r>
              <a:t>获取结果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6692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C95F"/>
                </a:solidFill>
              </a:defRPr>
            </a:pPr>
            <a:r>
              <a:t>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5120640"/>
            <a:ext cx="2468880" cy="1371600"/>
          </a:xfrm>
          <a:prstGeom prst="round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5669279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📊</a:t>
            </a:r>
            <a:br/>
            <a:r>
              <a:t>反馈</a:t>
            </a:r>
            <a:br/>
            <a:r>
              <a:t>分析结果</a:t>
            </a:r>
            <a:br/>
            <a:r>
              <a:t>优化迭代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77724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智能体执行流程：工具调用实战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</a:defRPr>
            </a:pPr>
            <a:r>
              <a:t>用户上传演练文档 → AI分析并制定计划 → Agent循环执行工具 → 生成报告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25880"/>
            <a:ext cx="4114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4114800" cy="54864"/>
          </a:xfrm>
          <a:prstGeom prst="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63039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3D"/>
                </a:solidFill>
              </a:defRPr>
            </a:pPr>
            <a:r>
              <a:t>🛠️ 可用工具集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83080"/>
            <a:ext cx="3840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▸ 🌐 network_scan - 网络扫描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   发现存活主机、端口、服务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📸 web_screenshot - Web截图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   可视化Web界面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🔓 bruteforce_ssh - SSH检测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   SSH弱口令检测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🔓 bruteforce_rdp - RDP检测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   RDP弱口令检测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🔓 bruteforce_mysql - MySQL检测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   数据库弱口令检测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🐝 honeypot_audit - 蜜罐审计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   查询蜜罐攻击日志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📋 generate_report - 生成报告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   汇总演练结果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325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3D"/>
                </a:solidFill>
              </a:defRPr>
            </a:pPr>
            <a:r>
              <a:t>🔄 Agent执行流程</a:t>
            </a:r>
          </a:p>
        </p:txBody>
      </p:sp>
      <p:sp>
        <p:nvSpPr>
          <p:cNvPr id="12" name="Oval 11"/>
          <p:cNvSpPr/>
          <p:nvPr/>
        </p:nvSpPr>
        <p:spPr>
          <a:xfrm>
            <a:off x="4663440" y="1691640"/>
            <a:ext cx="365760" cy="365760"/>
          </a:xfrm>
          <a:prstGeom prst="ellipse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69164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3D"/>
                </a:solidFill>
              </a:defRPr>
            </a:pPr>
            <a:r>
              <a:t>📄 上传文档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47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用户上传演练文档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2402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C95F"/>
                </a:solidFill>
              </a:defRPr>
            </a:pPr>
            <a:r>
              <a:t>↓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404872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450591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40487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3D"/>
                </a:solidFill>
              </a:defRPr>
            </a:pPr>
            <a:r>
              <a:t>🧠 AI分析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660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提取目标网络/服务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9535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C95F"/>
                </a:solidFill>
              </a:defRPr>
            </a:pPr>
            <a:r>
              <a:t>↓</a:t>
            </a:r>
          </a:p>
        </p:txBody>
      </p:sp>
      <p:sp>
        <p:nvSpPr>
          <p:cNvPr id="22" name="Oval 21"/>
          <p:cNvSpPr/>
          <p:nvPr/>
        </p:nvSpPr>
        <p:spPr>
          <a:xfrm>
            <a:off x="4663440" y="3118104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16382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118104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3D"/>
                </a:solidFill>
              </a:defRPr>
            </a:pPr>
            <a:r>
              <a:t>⚡ 执行network_scan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3741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发现存活主机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66674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C95F"/>
                </a:solidFill>
              </a:defRPr>
            </a:pPr>
            <a:r>
              <a:t>↓</a:t>
            </a:r>
          </a:p>
        </p:txBody>
      </p:sp>
      <p:sp>
        <p:nvSpPr>
          <p:cNvPr id="27" name="Oval 26"/>
          <p:cNvSpPr/>
          <p:nvPr/>
        </p:nvSpPr>
        <p:spPr>
          <a:xfrm>
            <a:off x="4663440" y="3831335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877055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831335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3D"/>
                </a:solidFill>
              </a:defRPr>
            </a:pPr>
            <a:r>
              <a:t>📸 执行web_screenshot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0873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Web界面截图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379975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C95F"/>
                </a:solidFill>
              </a:defRPr>
            </a:pPr>
            <a:r>
              <a:t>↓</a:t>
            </a:r>
          </a:p>
        </p:txBody>
      </p:sp>
      <p:sp>
        <p:nvSpPr>
          <p:cNvPr id="32" name="Oval 31"/>
          <p:cNvSpPr/>
          <p:nvPr/>
        </p:nvSpPr>
        <p:spPr>
          <a:xfrm>
            <a:off x="4663440" y="4544568"/>
            <a:ext cx="365760" cy="36576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59028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54456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3D"/>
                </a:solidFill>
              </a:defRPr>
            </a:pPr>
            <a:r>
              <a:t>🔓 执行bruteforce_*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00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检测SSH/RDP/MySQL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50932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C95F"/>
                </a:solidFill>
              </a:defRPr>
            </a:pPr>
            <a:r>
              <a:t>↓</a:t>
            </a:r>
          </a:p>
        </p:txBody>
      </p:sp>
      <p:sp>
        <p:nvSpPr>
          <p:cNvPr id="37" name="Oval 36"/>
          <p:cNvSpPr/>
          <p:nvPr/>
        </p:nvSpPr>
        <p:spPr>
          <a:xfrm>
            <a:off x="4663440" y="5257800"/>
            <a:ext cx="365760" cy="365760"/>
          </a:xfrm>
          <a:prstGeom prst="ellipse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53035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5780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3D"/>
                </a:solidFill>
              </a:defRPr>
            </a:pPr>
            <a:r>
              <a:t>🐝 执行honeypot_audit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5138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查询蜜罐日志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5806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C95F"/>
                </a:solidFill>
              </a:defRPr>
            </a:pPr>
            <a:r>
              <a:t>↓</a:t>
            </a:r>
          </a:p>
        </p:txBody>
      </p:sp>
      <p:sp>
        <p:nvSpPr>
          <p:cNvPr id="42" name="Oval 41"/>
          <p:cNvSpPr/>
          <p:nvPr/>
        </p:nvSpPr>
        <p:spPr>
          <a:xfrm>
            <a:off x="4663440" y="5971031"/>
            <a:ext cx="365760" cy="365760"/>
          </a:xfrm>
          <a:prstGeom prst="ellipse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6016751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59710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3D"/>
                </a:solidFill>
              </a:defRPr>
            </a:pPr>
            <a:r>
              <a:t>📋 生成报告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6227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汇总演练结果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0" y="1325880"/>
            <a:ext cx="347472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0" y="1325880"/>
            <a:ext cx="347472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9640" y="14630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3D"/>
                </a:solidFill>
              </a:defRPr>
            </a:pPr>
            <a:r>
              <a:t>🎯 实际案例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178308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C5C5C"/>
                </a:solidFill>
              </a:defRPr>
            </a:pPr>
            <a:r>
              <a:t>▸ 演练文档：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目标：192.168.1.0/24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重点：Web、SSH服务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AI自动执行：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1. 网络扫描→发现3台主机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2. Web截图→2个Web服务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3. SSH检测→1个弱口令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4. 蜜罐审计→2条记录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5. 生成报告→完成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整个过程：AI自主完成</a:t>
            </a:r>
          </a:p>
          <a:p>
            <a:pPr>
              <a:defRPr sz="900">
                <a:solidFill>
                  <a:srgbClr val="5C5C5C"/>
                </a:solidFill>
              </a:defRPr>
            </a:pPr>
            <a:r>
              <a:t>▸ 人工介入：仅上传文档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